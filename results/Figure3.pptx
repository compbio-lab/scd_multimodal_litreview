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7920038" cy="68405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8"/>
    <p:restoredTop sz="94660"/>
  </p:normalViewPr>
  <p:slideViewPr>
    <p:cSldViewPr snapToGrid="0">
      <p:cViewPr>
        <p:scale>
          <a:sx n="138" d="100"/>
          <a:sy n="138" d="100"/>
        </p:scale>
        <p:origin x="2040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4003" y="1119505"/>
            <a:ext cx="6732032" cy="2381521"/>
          </a:xfrm>
        </p:spPr>
        <p:txBody>
          <a:bodyPr anchor="b"/>
          <a:lstStyle>
            <a:lvl1pPr algn="ctr">
              <a:defRPr sz="519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90005" y="3592866"/>
            <a:ext cx="5940029" cy="1651546"/>
          </a:xfrm>
        </p:spPr>
        <p:txBody>
          <a:bodyPr/>
          <a:lstStyle>
            <a:lvl1pPr marL="0" indent="0" algn="ctr">
              <a:buNone/>
              <a:defRPr sz="2079"/>
            </a:lvl1pPr>
            <a:lvl2pPr marL="395981" indent="0" algn="ctr">
              <a:buNone/>
              <a:defRPr sz="1732"/>
            </a:lvl2pPr>
            <a:lvl3pPr marL="791962" indent="0" algn="ctr">
              <a:buNone/>
              <a:defRPr sz="1559"/>
            </a:lvl3pPr>
            <a:lvl4pPr marL="1187943" indent="0" algn="ctr">
              <a:buNone/>
              <a:defRPr sz="1386"/>
            </a:lvl4pPr>
            <a:lvl5pPr marL="1583924" indent="0" algn="ctr">
              <a:buNone/>
              <a:defRPr sz="1386"/>
            </a:lvl5pPr>
            <a:lvl6pPr marL="1979905" indent="0" algn="ctr">
              <a:buNone/>
              <a:defRPr sz="1386"/>
            </a:lvl6pPr>
            <a:lvl7pPr marL="2375886" indent="0" algn="ctr">
              <a:buNone/>
              <a:defRPr sz="1386"/>
            </a:lvl7pPr>
            <a:lvl8pPr marL="2771866" indent="0" algn="ctr">
              <a:buNone/>
              <a:defRPr sz="1386"/>
            </a:lvl8pPr>
            <a:lvl9pPr marL="3167847" indent="0" algn="ctr">
              <a:buNone/>
              <a:defRPr sz="138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75312-40BA-E34E-ACFC-9C72A11ECCA4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48170-97CC-7D4D-8BA8-8E1C94456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338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75312-40BA-E34E-ACFC-9C72A11ECCA4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48170-97CC-7D4D-8BA8-8E1C94456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46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378" y="1705386"/>
            <a:ext cx="6831033" cy="2845473"/>
          </a:xfrm>
        </p:spPr>
        <p:txBody>
          <a:bodyPr anchor="b"/>
          <a:lstStyle>
            <a:lvl1pPr>
              <a:defRPr sz="519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0378" y="4577779"/>
            <a:ext cx="6831033" cy="1496367"/>
          </a:xfrm>
        </p:spPr>
        <p:txBody>
          <a:bodyPr/>
          <a:lstStyle>
            <a:lvl1pPr marL="0" indent="0">
              <a:buNone/>
              <a:defRPr sz="2079">
                <a:solidFill>
                  <a:schemeClr val="tx1"/>
                </a:solidFill>
              </a:defRPr>
            </a:lvl1pPr>
            <a:lvl2pPr marL="395981" indent="0">
              <a:buNone/>
              <a:defRPr sz="1732">
                <a:solidFill>
                  <a:schemeClr val="tx1">
                    <a:tint val="75000"/>
                  </a:schemeClr>
                </a:solidFill>
              </a:defRPr>
            </a:lvl2pPr>
            <a:lvl3pPr marL="791962" indent="0">
              <a:buNone/>
              <a:defRPr sz="1559">
                <a:solidFill>
                  <a:schemeClr val="tx1">
                    <a:tint val="75000"/>
                  </a:schemeClr>
                </a:solidFill>
              </a:defRPr>
            </a:lvl3pPr>
            <a:lvl4pPr marL="1187943" indent="0">
              <a:buNone/>
              <a:defRPr sz="1386">
                <a:solidFill>
                  <a:schemeClr val="tx1">
                    <a:tint val="75000"/>
                  </a:schemeClr>
                </a:solidFill>
              </a:defRPr>
            </a:lvl4pPr>
            <a:lvl5pPr marL="1583924" indent="0">
              <a:buNone/>
              <a:defRPr sz="1386">
                <a:solidFill>
                  <a:schemeClr val="tx1">
                    <a:tint val="75000"/>
                  </a:schemeClr>
                </a:solidFill>
              </a:defRPr>
            </a:lvl5pPr>
            <a:lvl6pPr marL="1979905" indent="0">
              <a:buNone/>
              <a:defRPr sz="1386">
                <a:solidFill>
                  <a:schemeClr val="tx1">
                    <a:tint val="75000"/>
                  </a:schemeClr>
                </a:solidFill>
              </a:defRPr>
            </a:lvl6pPr>
            <a:lvl7pPr marL="2375886" indent="0">
              <a:buNone/>
              <a:defRPr sz="1386">
                <a:solidFill>
                  <a:schemeClr val="tx1">
                    <a:tint val="75000"/>
                  </a:schemeClr>
                </a:solidFill>
              </a:defRPr>
            </a:lvl7pPr>
            <a:lvl8pPr marL="2771866" indent="0">
              <a:buNone/>
              <a:defRPr sz="1386">
                <a:solidFill>
                  <a:schemeClr val="tx1">
                    <a:tint val="75000"/>
                  </a:schemeClr>
                </a:solidFill>
              </a:defRPr>
            </a:lvl8pPr>
            <a:lvl9pPr marL="3167847" indent="0">
              <a:buNone/>
              <a:defRPr sz="138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75312-40BA-E34E-ACFC-9C72A11ECCA4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48170-97CC-7D4D-8BA8-8E1C94456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088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4503" y="1820976"/>
            <a:ext cx="3366016" cy="43402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09519" y="1820976"/>
            <a:ext cx="3366016" cy="43402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75312-40BA-E34E-ACFC-9C72A11ECCA4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48170-97CC-7D4D-8BA8-8E1C94456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298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534" y="364197"/>
            <a:ext cx="6831033" cy="13221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5535" y="1676882"/>
            <a:ext cx="3350547" cy="821814"/>
          </a:xfrm>
        </p:spPr>
        <p:txBody>
          <a:bodyPr anchor="b"/>
          <a:lstStyle>
            <a:lvl1pPr marL="0" indent="0">
              <a:buNone/>
              <a:defRPr sz="2079" b="1"/>
            </a:lvl1pPr>
            <a:lvl2pPr marL="395981" indent="0">
              <a:buNone/>
              <a:defRPr sz="1732" b="1"/>
            </a:lvl2pPr>
            <a:lvl3pPr marL="791962" indent="0">
              <a:buNone/>
              <a:defRPr sz="1559" b="1"/>
            </a:lvl3pPr>
            <a:lvl4pPr marL="1187943" indent="0">
              <a:buNone/>
              <a:defRPr sz="1386" b="1"/>
            </a:lvl4pPr>
            <a:lvl5pPr marL="1583924" indent="0">
              <a:buNone/>
              <a:defRPr sz="1386" b="1"/>
            </a:lvl5pPr>
            <a:lvl6pPr marL="1979905" indent="0">
              <a:buNone/>
              <a:defRPr sz="1386" b="1"/>
            </a:lvl6pPr>
            <a:lvl7pPr marL="2375886" indent="0">
              <a:buNone/>
              <a:defRPr sz="1386" b="1"/>
            </a:lvl7pPr>
            <a:lvl8pPr marL="2771866" indent="0">
              <a:buNone/>
              <a:defRPr sz="1386" b="1"/>
            </a:lvl8pPr>
            <a:lvl9pPr marL="3167847" indent="0">
              <a:buNone/>
              <a:defRPr sz="138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5535" y="2498697"/>
            <a:ext cx="3350547" cy="36752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009520" y="1676882"/>
            <a:ext cx="3367048" cy="821814"/>
          </a:xfrm>
        </p:spPr>
        <p:txBody>
          <a:bodyPr anchor="b"/>
          <a:lstStyle>
            <a:lvl1pPr marL="0" indent="0">
              <a:buNone/>
              <a:defRPr sz="2079" b="1"/>
            </a:lvl1pPr>
            <a:lvl2pPr marL="395981" indent="0">
              <a:buNone/>
              <a:defRPr sz="1732" b="1"/>
            </a:lvl2pPr>
            <a:lvl3pPr marL="791962" indent="0">
              <a:buNone/>
              <a:defRPr sz="1559" b="1"/>
            </a:lvl3pPr>
            <a:lvl4pPr marL="1187943" indent="0">
              <a:buNone/>
              <a:defRPr sz="1386" b="1"/>
            </a:lvl4pPr>
            <a:lvl5pPr marL="1583924" indent="0">
              <a:buNone/>
              <a:defRPr sz="1386" b="1"/>
            </a:lvl5pPr>
            <a:lvl6pPr marL="1979905" indent="0">
              <a:buNone/>
              <a:defRPr sz="1386" b="1"/>
            </a:lvl6pPr>
            <a:lvl7pPr marL="2375886" indent="0">
              <a:buNone/>
              <a:defRPr sz="1386" b="1"/>
            </a:lvl7pPr>
            <a:lvl8pPr marL="2771866" indent="0">
              <a:buNone/>
              <a:defRPr sz="1386" b="1"/>
            </a:lvl8pPr>
            <a:lvl9pPr marL="3167847" indent="0">
              <a:buNone/>
              <a:defRPr sz="138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009520" y="2498697"/>
            <a:ext cx="3367048" cy="36752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75312-40BA-E34E-ACFC-9C72A11ECCA4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48170-97CC-7D4D-8BA8-8E1C94456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180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75312-40BA-E34E-ACFC-9C72A11ECCA4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48170-97CC-7D4D-8BA8-8E1C94456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8863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75312-40BA-E34E-ACFC-9C72A11ECCA4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48170-97CC-7D4D-8BA8-8E1C94456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026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534" y="456036"/>
            <a:ext cx="2554418" cy="1596126"/>
          </a:xfrm>
        </p:spPr>
        <p:txBody>
          <a:bodyPr anchor="b"/>
          <a:lstStyle>
            <a:lvl1pPr>
              <a:defRPr sz="277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67048" y="984912"/>
            <a:ext cx="4009519" cy="4861216"/>
          </a:xfrm>
        </p:spPr>
        <p:txBody>
          <a:bodyPr/>
          <a:lstStyle>
            <a:lvl1pPr>
              <a:defRPr sz="2772"/>
            </a:lvl1pPr>
            <a:lvl2pPr>
              <a:defRPr sz="2425"/>
            </a:lvl2pPr>
            <a:lvl3pPr>
              <a:defRPr sz="2079"/>
            </a:lvl3pPr>
            <a:lvl4pPr>
              <a:defRPr sz="1732"/>
            </a:lvl4pPr>
            <a:lvl5pPr>
              <a:defRPr sz="1732"/>
            </a:lvl5pPr>
            <a:lvl6pPr>
              <a:defRPr sz="1732"/>
            </a:lvl6pPr>
            <a:lvl7pPr>
              <a:defRPr sz="1732"/>
            </a:lvl7pPr>
            <a:lvl8pPr>
              <a:defRPr sz="1732"/>
            </a:lvl8pPr>
            <a:lvl9pPr>
              <a:defRPr sz="17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5534" y="2052161"/>
            <a:ext cx="2554418" cy="3801883"/>
          </a:xfrm>
        </p:spPr>
        <p:txBody>
          <a:bodyPr/>
          <a:lstStyle>
            <a:lvl1pPr marL="0" indent="0">
              <a:buNone/>
              <a:defRPr sz="1386"/>
            </a:lvl1pPr>
            <a:lvl2pPr marL="395981" indent="0">
              <a:buNone/>
              <a:defRPr sz="1213"/>
            </a:lvl2pPr>
            <a:lvl3pPr marL="791962" indent="0">
              <a:buNone/>
              <a:defRPr sz="1039"/>
            </a:lvl3pPr>
            <a:lvl4pPr marL="1187943" indent="0">
              <a:buNone/>
              <a:defRPr sz="866"/>
            </a:lvl4pPr>
            <a:lvl5pPr marL="1583924" indent="0">
              <a:buNone/>
              <a:defRPr sz="866"/>
            </a:lvl5pPr>
            <a:lvl6pPr marL="1979905" indent="0">
              <a:buNone/>
              <a:defRPr sz="866"/>
            </a:lvl6pPr>
            <a:lvl7pPr marL="2375886" indent="0">
              <a:buNone/>
              <a:defRPr sz="866"/>
            </a:lvl7pPr>
            <a:lvl8pPr marL="2771866" indent="0">
              <a:buNone/>
              <a:defRPr sz="866"/>
            </a:lvl8pPr>
            <a:lvl9pPr marL="3167847" indent="0">
              <a:buNone/>
              <a:defRPr sz="86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75312-40BA-E34E-ACFC-9C72A11ECCA4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48170-97CC-7D4D-8BA8-8E1C94456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79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534" y="456036"/>
            <a:ext cx="2554418" cy="1596126"/>
          </a:xfrm>
        </p:spPr>
        <p:txBody>
          <a:bodyPr anchor="b"/>
          <a:lstStyle>
            <a:lvl1pPr>
              <a:defRPr sz="277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67048" y="984912"/>
            <a:ext cx="4009519" cy="4861216"/>
          </a:xfrm>
        </p:spPr>
        <p:txBody>
          <a:bodyPr anchor="t"/>
          <a:lstStyle>
            <a:lvl1pPr marL="0" indent="0">
              <a:buNone/>
              <a:defRPr sz="2772"/>
            </a:lvl1pPr>
            <a:lvl2pPr marL="395981" indent="0">
              <a:buNone/>
              <a:defRPr sz="2425"/>
            </a:lvl2pPr>
            <a:lvl3pPr marL="791962" indent="0">
              <a:buNone/>
              <a:defRPr sz="2079"/>
            </a:lvl3pPr>
            <a:lvl4pPr marL="1187943" indent="0">
              <a:buNone/>
              <a:defRPr sz="1732"/>
            </a:lvl4pPr>
            <a:lvl5pPr marL="1583924" indent="0">
              <a:buNone/>
              <a:defRPr sz="1732"/>
            </a:lvl5pPr>
            <a:lvl6pPr marL="1979905" indent="0">
              <a:buNone/>
              <a:defRPr sz="1732"/>
            </a:lvl6pPr>
            <a:lvl7pPr marL="2375886" indent="0">
              <a:buNone/>
              <a:defRPr sz="1732"/>
            </a:lvl7pPr>
            <a:lvl8pPr marL="2771866" indent="0">
              <a:buNone/>
              <a:defRPr sz="1732"/>
            </a:lvl8pPr>
            <a:lvl9pPr marL="3167847" indent="0">
              <a:buNone/>
              <a:defRPr sz="1732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5534" y="2052161"/>
            <a:ext cx="2554418" cy="3801883"/>
          </a:xfrm>
        </p:spPr>
        <p:txBody>
          <a:bodyPr/>
          <a:lstStyle>
            <a:lvl1pPr marL="0" indent="0">
              <a:buNone/>
              <a:defRPr sz="1386"/>
            </a:lvl1pPr>
            <a:lvl2pPr marL="395981" indent="0">
              <a:buNone/>
              <a:defRPr sz="1213"/>
            </a:lvl2pPr>
            <a:lvl3pPr marL="791962" indent="0">
              <a:buNone/>
              <a:defRPr sz="1039"/>
            </a:lvl3pPr>
            <a:lvl4pPr marL="1187943" indent="0">
              <a:buNone/>
              <a:defRPr sz="866"/>
            </a:lvl4pPr>
            <a:lvl5pPr marL="1583924" indent="0">
              <a:buNone/>
              <a:defRPr sz="866"/>
            </a:lvl5pPr>
            <a:lvl6pPr marL="1979905" indent="0">
              <a:buNone/>
              <a:defRPr sz="866"/>
            </a:lvl6pPr>
            <a:lvl7pPr marL="2375886" indent="0">
              <a:buNone/>
              <a:defRPr sz="866"/>
            </a:lvl7pPr>
            <a:lvl8pPr marL="2771866" indent="0">
              <a:buNone/>
              <a:defRPr sz="866"/>
            </a:lvl8pPr>
            <a:lvl9pPr marL="3167847" indent="0">
              <a:buNone/>
              <a:defRPr sz="86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75312-40BA-E34E-ACFC-9C72A11ECCA4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48170-97CC-7D4D-8BA8-8E1C94456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7042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75312-40BA-E34E-ACFC-9C72A11ECCA4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48170-97CC-7D4D-8BA8-8E1C94456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786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667778" y="364195"/>
            <a:ext cx="1707758" cy="579704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4503" y="364195"/>
            <a:ext cx="5024274" cy="579704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75312-40BA-E34E-ACFC-9C72A11ECCA4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48170-97CC-7D4D-8BA8-8E1C94456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421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4503" y="364197"/>
            <a:ext cx="6831033" cy="1322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4503" y="1820976"/>
            <a:ext cx="6831033" cy="4340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4502" y="6340167"/>
            <a:ext cx="1782009" cy="3641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75312-40BA-E34E-ACFC-9C72A11ECCA4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23513" y="6340167"/>
            <a:ext cx="2673013" cy="3641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93527" y="6340167"/>
            <a:ext cx="1782009" cy="3641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448170-97CC-7D4D-8BA8-8E1C94456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68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791962" rtl="0" eaLnBrk="1" latinLnBrk="0" hangingPunct="1">
        <a:lnSpc>
          <a:spcPct val="90000"/>
        </a:lnSpc>
        <a:spcBef>
          <a:spcPct val="0"/>
        </a:spcBef>
        <a:buNone/>
        <a:defRPr sz="381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7990" indent="-197990" algn="l" defTabSz="791962" rtl="0" eaLnBrk="1" latinLnBrk="0" hangingPunct="1">
        <a:lnSpc>
          <a:spcPct val="90000"/>
        </a:lnSpc>
        <a:spcBef>
          <a:spcPts val="866"/>
        </a:spcBef>
        <a:buFont typeface="Arial" panose="020B0604020202020204" pitchFamily="34" charset="0"/>
        <a:buChar char="•"/>
        <a:defRPr sz="2425" kern="1200">
          <a:solidFill>
            <a:schemeClr val="tx1"/>
          </a:solidFill>
          <a:latin typeface="+mn-lt"/>
          <a:ea typeface="+mn-ea"/>
          <a:cs typeface="+mn-cs"/>
        </a:defRPr>
      </a:lvl1pPr>
      <a:lvl2pPr marL="593971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2pPr>
      <a:lvl3pPr marL="989952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732" kern="1200">
          <a:solidFill>
            <a:schemeClr val="tx1"/>
          </a:solidFill>
          <a:latin typeface="+mn-lt"/>
          <a:ea typeface="+mn-ea"/>
          <a:cs typeface="+mn-cs"/>
        </a:defRPr>
      </a:lvl3pPr>
      <a:lvl4pPr marL="1385933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4pPr>
      <a:lvl5pPr marL="1781914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5pPr>
      <a:lvl6pPr marL="2177895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6pPr>
      <a:lvl7pPr marL="2573876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7pPr>
      <a:lvl8pPr marL="2969857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8pPr>
      <a:lvl9pPr marL="3365838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1pPr>
      <a:lvl2pPr marL="395981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2pPr>
      <a:lvl3pPr marL="791962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3pPr>
      <a:lvl4pPr marL="1187943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4pPr>
      <a:lvl5pPr marL="1583924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5pPr>
      <a:lvl6pPr marL="1979905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6pPr>
      <a:lvl7pPr marL="2375886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7pPr>
      <a:lvl8pPr marL="2771866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8pPr>
      <a:lvl9pPr marL="3167847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4C94C96-2F12-6382-5A3A-E1C27979F2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81" y="36116"/>
            <a:ext cx="3024188" cy="30241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54C58B3-DD78-FB89-7047-6741F8901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3971" y="36116"/>
            <a:ext cx="4536281" cy="30241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DE67846-993F-9911-A45D-88B76FB0D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784" y="3060304"/>
            <a:ext cx="7560469" cy="378023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9D0F7A2-0806-8CE4-CE8B-616CEA437CEC}"/>
              </a:ext>
            </a:extLst>
          </p:cNvPr>
          <p:cNvSpPr txBox="1"/>
          <p:nvPr/>
        </p:nvSpPr>
        <p:spPr>
          <a:xfrm>
            <a:off x="0" y="0"/>
            <a:ext cx="434109" cy="3702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1B7698-446D-40F9-1B62-D7D8E2B1EAF9}"/>
              </a:ext>
            </a:extLst>
          </p:cNvPr>
          <p:cNvSpPr txBox="1"/>
          <p:nvPr/>
        </p:nvSpPr>
        <p:spPr>
          <a:xfrm>
            <a:off x="3089564" y="0"/>
            <a:ext cx="434109" cy="3702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60BB80-B4AA-0966-49EF-AAEC0F628FD1}"/>
              </a:ext>
            </a:extLst>
          </p:cNvPr>
          <p:cNvSpPr txBox="1"/>
          <p:nvPr/>
        </p:nvSpPr>
        <p:spPr>
          <a:xfrm>
            <a:off x="0" y="3061548"/>
            <a:ext cx="434109" cy="3702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C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311064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</TotalTime>
  <Words>3</Words>
  <Application>Microsoft Macintosh PowerPoint</Application>
  <PresentationFormat>Custom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Amrit Singh</dc:creator>
  <cp:lastModifiedBy>Amrit Singh</cp:lastModifiedBy>
  <cp:revision>1</cp:revision>
  <dcterms:created xsi:type="dcterms:W3CDTF">2025-12-23T12:03:47Z</dcterms:created>
  <dcterms:modified xsi:type="dcterms:W3CDTF">2025-12-23T12:07:58Z</dcterms:modified>
</cp:coreProperties>
</file>