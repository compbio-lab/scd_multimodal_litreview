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920038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5"/>
    <p:restoredTop sz="94628"/>
  </p:normalViewPr>
  <p:slideViewPr>
    <p:cSldViewPr snapToGrid="0">
      <p:cViewPr varScale="1">
        <p:scale>
          <a:sx n="120" d="100"/>
          <a:sy n="120" d="100"/>
        </p:scale>
        <p:origin x="1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1119505"/>
            <a:ext cx="6732032" cy="2381521"/>
          </a:xfrm>
        </p:spPr>
        <p:txBody>
          <a:bodyPr anchor="b"/>
          <a:lstStyle>
            <a:lvl1pPr algn="ctr"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3592866"/>
            <a:ext cx="5940029" cy="1651546"/>
          </a:xfrm>
        </p:spPr>
        <p:txBody>
          <a:bodyPr/>
          <a:lstStyle>
            <a:lvl1pPr marL="0" indent="0" algn="ctr">
              <a:buNone/>
              <a:defRPr sz="2079"/>
            </a:lvl1pPr>
            <a:lvl2pPr marL="395981" indent="0" algn="ctr">
              <a:buNone/>
              <a:defRPr sz="1732"/>
            </a:lvl2pPr>
            <a:lvl3pPr marL="791962" indent="0" algn="ctr">
              <a:buNone/>
              <a:defRPr sz="1559"/>
            </a:lvl3pPr>
            <a:lvl4pPr marL="1187943" indent="0" algn="ctr">
              <a:buNone/>
              <a:defRPr sz="1386"/>
            </a:lvl4pPr>
            <a:lvl5pPr marL="1583924" indent="0" algn="ctr">
              <a:buNone/>
              <a:defRPr sz="1386"/>
            </a:lvl5pPr>
            <a:lvl6pPr marL="1979905" indent="0" algn="ctr">
              <a:buNone/>
              <a:defRPr sz="1386"/>
            </a:lvl6pPr>
            <a:lvl7pPr marL="2375886" indent="0" algn="ctr">
              <a:buNone/>
              <a:defRPr sz="1386"/>
            </a:lvl7pPr>
            <a:lvl8pPr marL="2771866" indent="0" algn="ctr">
              <a:buNone/>
              <a:defRPr sz="1386"/>
            </a:lvl8pPr>
            <a:lvl9pPr marL="3167847" indent="0" algn="ctr">
              <a:buNone/>
              <a:defRPr sz="138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3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705386"/>
            <a:ext cx="6831033" cy="2845473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4577779"/>
            <a:ext cx="6831033" cy="1496367"/>
          </a:xfrm>
        </p:spPr>
        <p:txBody>
          <a:bodyPr/>
          <a:lstStyle>
            <a:lvl1pPr marL="0" indent="0">
              <a:buNone/>
              <a:defRPr sz="2079">
                <a:solidFill>
                  <a:schemeClr val="tx1"/>
                </a:solidFill>
              </a:defRPr>
            </a:lvl1pPr>
            <a:lvl2pPr marL="395981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8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820976"/>
            <a:ext cx="3366016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820976"/>
            <a:ext cx="3366016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2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64197"/>
            <a:ext cx="6831033" cy="1322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676882"/>
            <a:ext cx="3350547" cy="821814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2498697"/>
            <a:ext cx="3350547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1676882"/>
            <a:ext cx="3367048" cy="821814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2498697"/>
            <a:ext cx="3367048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8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86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26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456036"/>
            <a:ext cx="2554418" cy="1596126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984912"/>
            <a:ext cx="4009519" cy="4861216"/>
          </a:xfrm>
        </p:spPr>
        <p:txBody>
          <a:bodyPr/>
          <a:lstStyle>
            <a:lvl1pPr>
              <a:defRPr sz="2772"/>
            </a:lvl1pPr>
            <a:lvl2pPr>
              <a:defRPr sz="2425"/>
            </a:lvl2pPr>
            <a:lvl3pPr>
              <a:defRPr sz="2079"/>
            </a:lvl3pPr>
            <a:lvl4pPr>
              <a:defRPr sz="1732"/>
            </a:lvl4pPr>
            <a:lvl5pPr>
              <a:defRPr sz="1732"/>
            </a:lvl5pPr>
            <a:lvl6pPr>
              <a:defRPr sz="1732"/>
            </a:lvl6pPr>
            <a:lvl7pPr>
              <a:defRPr sz="1732"/>
            </a:lvl7pPr>
            <a:lvl8pPr>
              <a:defRPr sz="1732"/>
            </a:lvl8pPr>
            <a:lvl9pPr>
              <a:defRPr sz="17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2052161"/>
            <a:ext cx="2554418" cy="3801883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9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456036"/>
            <a:ext cx="2554418" cy="1596126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984912"/>
            <a:ext cx="4009519" cy="4861216"/>
          </a:xfrm>
        </p:spPr>
        <p:txBody>
          <a:bodyPr anchor="t"/>
          <a:lstStyle>
            <a:lvl1pPr marL="0" indent="0">
              <a:buNone/>
              <a:defRPr sz="2772"/>
            </a:lvl1pPr>
            <a:lvl2pPr marL="395981" indent="0">
              <a:buNone/>
              <a:defRPr sz="2425"/>
            </a:lvl2pPr>
            <a:lvl3pPr marL="791962" indent="0">
              <a:buNone/>
              <a:defRPr sz="2079"/>
            </a:lvl3pPr>
            <a:lvl4pPr marL="1187943" indent="0">
              <a:buNone/>
              <a:defRPr sz="1732"/>
            </a:lvl4pPr>
            <a:lvl5pPr marL="1583924" indent="0">
              <a:buNone/>
              <a:defRPr sz="1732"/>
            </a:lvl5pPr>
            <a:lvl6pPr marL="1979905" indent="0">
              <a:buNone/>
              <a:defRPr sz="1732"/>
            </a:lvl6pPr>
            <a:lvl7pPr marL="2375886" indent="0">
              <a:buNone/>
              <a:defRPr sz="1732"/>
            </a:lvl7pPr>
            <a:lvl8pPr marL="2771866" indent="0">
              <a:buNone/>
              <a:defRPr sz="1732"/>
            </a:lvl8pPr>
            <a:lvl9pPr marL="3167847" indent="0">
              <a:buNone/>
              <a:defRPr sz="17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2052161"/>
            <a:ext cx="2554418" cy="3801883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04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8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364195"/>
            <a:ext cx="1707758" cy="57970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364195"/>
            <a:ext cx="5024274" cy="5797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2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364197"/>
            <a:ext cx="6831033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820976"/>
            <a:ext cx="6831033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6340167"/>
            <a:ext cx="178200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75312-40BA-E34E-ACFC-9C72A11ECCA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6340167"/>
            <a:ext cx="2673013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6340167"/>
            <a:ext cx="178200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48170-97CC-7D4D-8BA8-8E1C9445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91962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0" indent="-197990" algn="l" defTabSz="791962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1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52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33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14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895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876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57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38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DD2F26-D6A3-8384-E651-8B7DAA382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" y="39154"/>
            <a:ext cx="7772400" cy="31089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E67846-993F-9911-A45D-88B76FB0D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84" y="3060304"/>
            <a:ext cx="7560469" cy="37802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9D0F7A2-0806-8CE4-CE8B-616CEA437CEC}"/>
              </a:ext>
            </a:extLst>
          </p:cNvPr>
          <p:cNvSpPr txBox="1"/>
          <p:nvPr/>
        </p:nvSpPr>
        <p:spPr>
          <a:xfrm>
            <a:off x="0" y="0"/>
            <a:ext cx="434109" cy="370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60BB80-B4AA-0966-49EF-AAEC0F628FD1}"/>
              </a:ext>
            </a:extLst>
          </p:cNvPr>
          <p:cNvSpPr txBox="1"/>
          <p:nvPr/>
        </p:nvSpPr>
        <p:spPr>
          <a:xfrm>
            <a:off x="0" y="3061548"/>
            <a:ext cx="434109" cy="370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31106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Amrit Singh</dc:creator>
  <cp:lastModifiedBy>Amrit Singh</cp:lastModifiedBy>
  <cp:revision>2</cp:revision>
  <dcterms:created xsi:type="dcterms:W3CDTF">2025-12-23T12:03:47Z</dcterms:created>
  <dcterms:modified xsi:type="dcterms:W3CDTF">2026-02-05T06:33:48Z</dcterms:modified>
</cp:coreProperties>
</file>